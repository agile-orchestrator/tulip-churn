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7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dc4eba-83fc-440a-a734-d3ae44130135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