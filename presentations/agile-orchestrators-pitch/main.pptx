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805f1ed-4541-44a3-81e1-aa7648092d4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805f1ed-4541-44a3-81e1-aa7648092d4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805f1ed-4541-44a3-81e1-aa7648092d4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805f1ed-4541-44a3-81e1-aa7648092d49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